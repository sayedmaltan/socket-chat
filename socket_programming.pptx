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70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Introduction to Socket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between two programs over a network.</a:t>
            </a:r>
          </a:p>
          <a:p>
            <a:r>
              <a:t>There are two sides:</a:t>
            </a:r>
          </a:p>
          <a:p>
            <a:r>
              <a:t>- Server</a:t>
            </a:r>
          </a:p>
          <a:p>
            <a:r>
              <a:t>- Client</a:t>
            </a:r>
          </a:p>
          <a:p>
            <a:r>
              <a:t>The client sends data and the server receives and responds.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IP Address?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 IP Address is the unique address of a device on a network.</a:t>
            </a:r>
          </a:p>
          <a:p>
            <a:r>
              <a:rPr dirty="0"/>
              <a:t>It is similar to a home address.</a:t>
            </a:r>
          </a:p>
          <a:p>
            <a:r>
              <a:rPr dirty="0"/>
              <a:t>Examples:</a:t>
            </a:r>
          </a:p>
          <a:p>
            <a:r>
              <a:rPr lang="en-US" dirty="0"/>
              <a:t>197.134.186.146</a:t>
            </a:r>
            <a:r>
              <a:rPr dirty="0"/>
              <a:t> (</a:t>
            </a:r>
            <a:r>
              <a:rPr lang="en-US" dirty="0"/>
              <a:t>Public network</a:t>
            </a:r>
            <a:r>
              <a:rPr dirty="0"/>
              <a:t>)</a:t>
            </a:r>
          </a:p>
          <a:p>
            <a:r>
              <a:rPr dirty="0"/>
              <a:t>192.168.1.5 (local network)</a:t>
            </a:r>
          </a:p>
          <a:p>
            <a:r>
              <a:rPr dirty="0"/>
              <a:t>Every device on a network must have an 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IP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IP: used inside a local network (e.g., 192.168.x.x)</a:t>
            </a:r>
          </a:p>
          <a:p>
            <a:r>
              <a:t>Public IP: used on the internet</a:t>
            </a:r>
          </a:p>
          <a:p>
            <a:r>
              <a:t>localhost: the device communicating with itself (127.0.0.1)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TCP (Transmission Control Protocol)</a:t>
            </a:r>
          </a:p>
          <a:p>
            <a:r>
              <a:t>- Connection‑oriented protocol</a:t>
            </a:r>
          </a:p>
          <a:p>
            <a:r>
              <a:t>- Reliable data delivery</a:t>
            </a:r>
          </a:p>
          <a:p>
            <a:r>
              <a:t>- Data arrives in order</a:t>
            </a:r>
          </a:p>
          <a:p>
            <a:r>
              <a:t>- Used for applications like HTTP, HTTPS, FTP</a:t>
            </a:r>
          </a:p>
          <a:p>
            <a:r>
              <a:t>- Ensures packets are not lost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UDP?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UDP (User Datagram Protocol)</a:t>
            </a:r>
          </a:p>
          <a:p>
            <a:r>
              <a:t>- Connectionless protocol</a:t>
            </a:r>
          </a:p>
          <a:p>
            <a:r>
              <a:t>- Faster but less reliable</a:t>
            </a:r>
          </a:p>
          <a:p>
            <a:r>
              <a:t>- No guarantee of delivery</a:t>
            </a:r>
          </a:p>
          <a:p>
            <a:r>
              <a:t>- Used in streaming, games, DNS</a:t>
            </a:r>
          </a:p>
          <a:p>
            <a:r>
              <a:t>- Suitable for real‑time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 Between TCP and 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TCP:</a:t>
            </a:r>
          </a:p>
          <a:p>
            <a:r>
              <a:t>- Reliable</a:t>
            </a:r>
          </a:p>
          <a:p>
            <a:r>
              <a:t>- Slower</a:t>
            </a:r>
          </a:p>
          <a:p>
            <a:r>
              <a:t>- Connection required</a:t>
            </a:r>
          </a:p>
          <a:p>
            <a:endParaRPr/>
          </a:p>
          <a:p>
            <a:r>
              <a:t>UDP:</a:t>
            </a:r>
          </a:p>
          <a:p>
            <a:r>
              <a:t>- Faster</a:t>
            </a:r>
          </a:p>
          <a:p>
            <a:r>
              <a:t>- No guarantee of delivery</a:t>
            </a:r>
          </a:p>
          <a:p>
            <a:r>
              <a:t>- No connection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port represents a specific program or service on a device.</a:t>
            </a:r>
          </a:p>
          <a:p>
            <a:r>
              <a:t>One computer can run many programs.</a:t>
            </a:r>
          </a:p>
          <a:p>
            <a:r>
              <a:t>Each program uses a different 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 to Understand IP and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IP Address = Building address</a:t>
            </a:r>
          </a:p>
          <a:p>
            <a:r>
              <a:rPr dirty="0"/>
              <a:t>Port = Apartment number</a:t>
            </a:r>
          </a:p>
          <a:p>
            <a:r>
              <a:rPr dirty="0"/>
              <a:t>Example:</a:t>
            </a:r>
          </a:p>
          <a:p>
            <a:r>
              <a:rPr dirty="0"/>
              <a:t>192.168.1.5:65432</a:t>
            </a:r>
            <a:r>
              <a:rPr lang="en-US" dirty="0"/>
              <a:t>  -&gt;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address:port</a:t>
            </a:r>
            <a:r>
              <a:rPr lang="en-US" dirty="0"/>
              <a:t> no</a:t>
            </a:r>
            <a:endParaRPr dirty="0"/>
          </a:p>
          <a:p>
            <a:r>
              <a:rPr dirty="0"/>
              <a:t>This means a specific program running on a specific device.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→ 80</a:t>
            </a:r>
          </a:p>
          <a:p>
            <a:r>
              <a:t>HTTPS → 443</a:t>
            </a:r>
          </a:p>
          <a:p>
            <a:r>
              <a:t>FTP → 21</a:t>
            </a:r>
          </a:p>
          <a:p>
            <a:r>
              <a:t>MySQL → 3306</a:t>
            </a:r>
          </a:p>
          <a:p>
            <a:r>
              <a:t>You can choose any unused port for your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recv()?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recv() is used to receive data from a socket.</a:t>
            </a:r>
          </a:p>
          <a:p>
            <a:r>
              <a:t>Example:</a:t>
            </a:r>
          </a:p>
          <a:p>
            <a:r>
              <a:t>recv(1024)</a:t>
            </a:r>
          </a:p>
          <a:p>
            <a:r>
              <a:t>This means receive up to 1024 bytes.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Does the Number in recv()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recv(10) → receive up to 10 bytes</a:t>
            </a:r>
          </a:p>
          <a:p>
            <a:r>
              <a:t>recv(100) → receive up to 100 bytes</a:t>
            </a:r>
          </a:p>
          <a:p>
            <a:r>
              <a:t>recv(1024) → receive up to 1 KB</a:t>
            </a:r>
          </a:p>
          <a:p>
            <a:r>
              <a:t>The number is the maximum bytes per 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1024 is Commonly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1024 bytes = 1 KB</a:t>
            </a:r>
          </a:p>
          <a:p>
            <a:r>
              <a:t>It is a convenient buffer size</a:t>
            </a:r>
          </a:p>
          <a:p>
            <a:r>
              <a:t>Very common in networking programs.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Happens if Data is Larger than recv()?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the message is 3000 bytes and recv(1024):</a:t>
            </a:r>
          </a:p>
          <a:p>
            <a:r>
              <a:t>It will be received in multiple parts:</a:t>
            </a:r>
          </a:p>
          <a:p>
            <a:r>
              <a:t>1024</a:t>
            </a:r>
          </a:p>
          <a:p>
            <a:r>
              <a:t>1024</a:t>
            </a:r>
          </a:p>
          <a:p>
            <a:r>
              <a:t>952</a:t>
            </a:r>
          </a:p>
          <a:p>
            <a:r>
              <a:t>Therefore loops are often used to read all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 Address → device address</a:t>
            </a:r>
          </a:p>
          <a:p>
            <a:r>
              <a:t>Port → program/service number</a:t>
            </a:r>
          </a:p>
          <a:p>
            <a:r>
              <a:t>sendall() → ensures full data sending</a:t>
            </a:r>
          </a:p>
          <a:p>
            <a:r>
              <a:t>recv(size) → receives data with a maximum size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487</Words>
  <Application>Microsoft Office PowerPoint</Application>
  <PresentationFormat>On-screen Show (4:3)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Introduction to Socket Programming</vt:lpstr>
      <vt:lpstr>What is an IP Address?</vt:lpstr>
      <vt:lpstr>Types of IP Addresses</vt:lpstr>
      <vt:lpstr>What is TCP?</vt:lpstr>
      <vt:lpstr>What is UDP?</vt:lpstr>
      <vt:lpstr>Difference Between TCP and UDP</vt:lpstr>
      <vt:lpstr>What is a Port?</vt:lpstr>
      <vt:lpstr>Analogy to Understand IP and Port</vt:lpstr>
      <vt:lpstr>Common Ports</vt:lpstr>
      <vt:lpstr>What is recv()?</vt:lpstr>
      <vt:lpstr>What Does the Number in recv() Mean?</vt:lpstr>
      <vt:lpstr>Why 1024 is Commonly Used</vt:lpstr>
      <vt:lpstr>What Happens if Data is Larger than recv()?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Sayed Ahmed</cp:lastModifiedBy>
  <cp:revision>5</cp:revision>
  <dcterms:created xsi:type="dcterms:W3CDTF">2013-01-27T09:14:16Z</dcterms:created>
  <dcterms:modified xsi:type="dcterms:W3CDTF">2026-03-12T21:18:07Z</dcterms:modified>
  <cp:category/>
</cp:coreProperties>
</file>